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3F4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3A3F4B"/>
                </a:solidFill>
                <a:latin typeface="Arial"/>
              </a:rPr>
              <a:t>Верификация: 49 размеченных фото, Назарбаев Университет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Метрика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Категории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0.97</c:v>
                </c:pt>
                <c:pt idx="1">
                  <c:v>0.97</c:v>
                </c:pt>
                <c:pt idx="2">
                  <c:v>0.97</c:v>
                </c:pt>
                <c:pt idx="3">
                  <c:v>0.97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3F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6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Открывающий слайд: планета, перелёт, кампус. 15 секунд.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image" Target="../media/image-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urkhan\Desktop\Locus\campuslens\docs\screens\g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548640"/>
            <a:ext cx="5669280" cy="3200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0972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-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CampusLens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4884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Покажите университет таким, каким его увидит студент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38328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Проверенный визуальный профиль любого вуза мира за 25 секунд: фото кампуса, общежитий, аудиторий, библиотек и города — с источником, датой и объяснимым показателем достоверности у каждого снимка.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— заполнить · LOCUS Startup Hackathon 2026 · кейс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Абитуриент видит рекламу, а не кампус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44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Разбросано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Настоящие фото кампуса, общежитий и аудиторий лежат в десятках источников.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8163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Устарело и чужое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004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Снимки дублируются, устаревают, относятся к другому месту, публикуются без происхождения.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1879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штрафует за подделку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5720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и релевантность — 30 % оценки. Стоковые и чужие фото запрещены; честное «не знаем» ценится выше уверенной ошибки.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БРОШЮРА</a:t>
            </a:r>
            <a:endParaRPr lang="en-US" sz="1000" dirty="0"/>
          </a:p>
        </p:txBody>
      </p:sp>
      <p:pic>
        <p:nvPicPr>
          <p:cNvPr id="16" name="Image 0" descr="C:\Users\Nurkhan\Desktop\Locus\campuslens\backend\data\thumbs\c38f8b42e2a4ceb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75120" y="1737360"/>
            <a:ext cx="2377440" cy="17830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67512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сайт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1463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РЕАЛЬНОСТЬ</a:t>
            </a:r>
            <a:endParaRPr lang="en-US" sz="1000" dirty="0"/>
          </a:p>
        </p:txBody>
      </p:sp>
      <p:pic>
        <p:nvPicPr>
          <p:cNvPr id="19" name="Image 1" descr="C:\Users\Nurkhan\Desktop\Locus\campuslens\backend\data\thumbs\fc2fbc32c767991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737360"/>
            <a:ext cx="2377440" cy="17830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354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источники, геометка</a:t>
            </a:r>
            <a:endParaRPr lang="en-US" sz="1000" dirty="0"/>
          </a:p>
        </p:txBody>
      </p:sp>
      <p:pic>
        <p:nvPicPr>
          <p:cNvPr id="21" name="Image 2" descr="C:\Users\Nurkhan\Desktop\Locus\campuslens\backend\data\thumbs\34d6962a0891d590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675120" y="3977640"/>
            <a:ext cx="2377440" cy="1783080"/>
          </a:xfrm>
          <a:prstGeom prst="rect">
            <a:avLst/>
          </a:prstGeom>
        </p:spPr>
      </p:pic>
      <p:pic>
        <p:nvPicPr>
          <p:cNvPr id="22" name="Image 3" descr="C:\Users\Nurkhan\Desktop\Locus\campuslens\backend\data\thumbs\da3ce5cfcbab58e3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35440" y="3977640"/>
            <a:ext cx="2377440" cy="17830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675120" y="5852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и то же место двумя взглядами — и у каждого фото должен быть источник.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CampusLens · LOCUS Startup Hackathon 2026 · кейс 1 · LOCUSCASE1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→ перелёт → проверенный профиль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8EE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4630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834640" y="1463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8EE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346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4630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1D4ED8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6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4630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406640" y="1463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8EE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Категории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0" y="146304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92640" y="1463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8EEFF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926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651760"/>
            <a:ext cx="6766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с опечатками на трёх языках: fuzzy-индекс 14 467 вузов + Wikidata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Источники, где принадлежность гарантирована: сайт вуза, Wikimedia Commons (категория, «depicts»), Википедия, геофото в полигоне кампуса из OpenStreetMap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сигналы → уверенность 0–1 и панель «почему мы уверены» у каждого фото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категорий кейса, дубли и мусор в отдельной вкладке, честные пустые состояния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Планета в космосе, перелёт сквозь облака, 3D-кампус, климат, город, сравнение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25 с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3273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вуз мира, первые фото ≤ 4 с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875520" y="2651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ключей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3273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версия без API-ключей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0" y="4297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919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 фото + фильтры кейса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0" y="4297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14 467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49194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вузов в индексе, 10 045 на глобусе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CampusLens · LOCUS Startup Hackathon 2026 · кейс 1 · LOCUSCASE1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</a:t>
            </a:r>
            <a:endParaRPr lang="en-US" sz="3200" dirty="0"/>
          </a:p>
        </p:txBody>
      </p:sp>
      <p:pic>
        <p:nvPicPr>
          <p:cNvPr id="3" name="Image 0" descr="C:\Users\Nurkhan\Desktop\Locus\campuslens\docs\screens\prof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557784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5720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Профиль: альбомы по категориям, полоса достоверности, агенты и тайминги</a:t>
            </a:r>
            <a:endParaRPr lang="en-US" sz="1000" dirty="0"/>
          </a:p>
        </p:txBody>
      </p:sp>
      <p:pic>
        <p:nvPicPr>
          <p:cNvPr id="5" name="Image 1" descr="C:\Users\Nurkhan\Desktop\Locus\campuslens\docs\screens\passpor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371600"/>
            <a:ext cx="5349240" cy="30175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309360" y="443484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фото: сигналы с весами, источник, лицензия, дата, 3D-фото</a:t>
            </a:r>
            <a:endParaRPr lang="en-US" sz="1000" dirty="0"/>
          </a:p>
        </p:txBody>
      </p:sp>
      <p:pic>
        <p:nvPicPr>
          <p:cNvPr id="7" name="Image 2" descr="C:\Users\Nurkhan\Desktop\Locus\campuslens\docs\screens\map3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" y="4846320"/>
            <a:ext cx="3566160" cy="1463040"/>
          </a:xfrm>
          <a:prstGeom prst="rect">
            <a:avLst/>
          </a:prstGeom>
        </p:spPr>
      </p:pic>
      <p:pic>
        <p:nvPicPr>
          <p:cNvPr id="8" name="Image 3" descr="C:\Users\Nurkhan\Desktop\Locus\campuslens\docs\screens\climat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0" y="4846320"/>
            <a:ext cx="3566160" cy="1463040"/>
          </a:xfrm>
          <a:prstGeom prst="rect">
            <a:avLst/>
          </a:prstGeom>
        </p:spPr>
      </p:pic>
      <p:pic>
        <p:nvPicPr>
          <p:cNvPr id="9" name="Image 4" descr="C:\Users\Nurkhan\Desktop\Locus\campuslens\docs\screens\reject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46720" y="4846320"/>
            <a:ext cx="3611880" cy="146304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3D-кампус · климат за год · отклонённые с причинами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агентов и проверка по построению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A0A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4173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там, где принадлежность гарантирована источником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A0A0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240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2286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· геометка в полигоне OSM · CLIP · название в подписи · повтор → уверенность 0–1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A0A0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154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SHA-1 / pHash / косинус эмбеддингов; логотипы, карты, документы, постеры — в «Отклонено»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A0A0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4023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vision-LLM (Gemini free / Claude) для спорных 0.30–0.65, кэш по хэшу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4632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A0A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46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286000" y="48920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 с цитатами из Википедии, Wikidata, OSM и подтверждённых фото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1371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 УВЕРЕННОСТИ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406640" y="1691640"/>
            <a:ext cx="4206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+0.45 «depicts» на Commons · +0.40 статья Википедии · +0.35 сайт вуза / категория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+0.30 геометка внутри полигона кампуса · −0.25 далеко от кампуса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+0.25·p семантика CLIP · −0.30 мусор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+0.15 название в подписи · +0.10 за каждый повтор в источниках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≥ 0.65 · вероятно ≥ 0.40 · ниже — отклонено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7548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06640" y="50292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F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· FastAPI · SSE · CLIP ViT-B/32 (CPU) · imagehash · shapely · SQLite · React · TypeScript · MapLibre GL · OpenFreeMap · NASA Blue Marble · Esri · Open-Meteo · OSRM · Depth Anything V2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CampusLens · LOCUS Startup Hackathon 2026 · кейс 1 · LOCUSCASE1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поиск картинок, а доказуемость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фото — проверяемое утверждение: источник, дата, лицензия, сигналы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Отклонённые видны с причинами: отбор автоматический, не ручной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жюри: этапы, тайминги, источники, лог, JSON профиля, `/api/schema`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из открытых данных без ключей; ключи только расширяют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A3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Планета, 3D-кампус, климат, город, сравнение — продукт, а не галерея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583680" y="1371600"/>
          <a:ext cx="50292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583680" y="5303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ошибка — церемониальный портрет из категории вуза; его снимает vision-судья при наличии ключа.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CampusLens · LOCUS Startup Hackathon 2026 · кейс 1 · LOCUSCASE1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7F8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17320" y="1828800"/>
            <a:ext cx="914400" cy="914400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Капитан · продукт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сценарий, защита, сабмит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7F8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828800"/>
            <a:ext cx="914400" cy="914400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ИФ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пайплайн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источники, верификация, 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7F8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1828800"/>
            <a:ext cx="914400" cy="914400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8660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3D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глобус, профиль, карты, климат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052560" y="1554480"/>
            <a:ext cx="2651760" cy="3291840"/>
          </a:xfrm>
          <a:prstGeom prst="roundRect">
            <a:avLst>
              <a:gd name="adj" fmla="val 5172"/>
            </a:avLst>
          </a:prstGeom>
          <a:solidFill>
            <a:srgbClr val="F7F8FA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21240" y="1828800"/>
            <a:ext cx="914400" cy="914400"/>
          </a:xfrm>
          <a:prstGeom prst="ellipse">
            <a:avLst/>
          </a:prstGeom>
          <a:solidFill>
            <a:srgbClr val="E8EE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921240" y="18288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ИФ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23544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Имя Фамилия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· материалы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657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разметка, тесты, видео, слайды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участников 14–19 · Казахстан · роли и вклад — по README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CampusLens · LOCUS Startup Hackathon 2026 · кейс 1 · LOCUSCASE1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вуз мира за 25 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Прогретые профили KZ и топ-вузов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Внешние коллекторы через POST /api/ingest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контракт GET /api/schema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34340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хакатона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19659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Уличный обход Street View / Mapillary у каждого корпуса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Vision-судья на всех профилях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бенчмарк точности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вузы Центральной Азии в прогреве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0" y="14630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LOCUS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19659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 вузов внутри платформы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Честные фото вместо брошюр в карточках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 чат для абитуриентов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климате и бюджете городов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CampusLens — покажите университет таким, каким его увидит студент.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CampusLens · LOCUS Startup Hackathon 2026 · кейс 1 · LOCUSCASE1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CampusLens — LOCUS Startup Hackathon 2026</dc:title>
  <dc:subject>PptxGenJS Presentation</dc:subject>
  <dc:creator>CampusLens team</dc:creator>
  <cp:lastModifiedBy>CampusLens team</cp:lastModifiedBy>
  <cp:revision>1</cp:revision>
  <dcterms:created xsi:type="dcterms:W3CDTF">2026-09-16T14:27:58Z</dcterms:created>
  <dcterms:modified xsi:type="dcterms:W3CDTF">2026-09-16T14:27:58Z</dcterms:modified>
</cp:coreProperties>
</file>